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8" r:id="rId5"/>
    <p:sldId id="264" r:id="rId6"/>
    <p:sldId id="265" r:id="rId7"/>
    <p:sldId id="266" r:id="rId8"/>
    <p:sldId id="267" r:id="rId9"/>
    <p:sldId id="260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265" autoAdjust="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293" y="4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1" y="450596"/>
            <a:ext cx="2935078" cy="1063244"/>
          </a:xfrm>
          <a:prstGeom prst="rect">
            <a:avLst/>
          </a:prstGeom>
        </p:spPr>
      </p:pic>
      <p:sp>
        <p:nvSpPr>
          <p:cNvPr id="10" name="TextBox 1"/>
          <p:cNvSpPr txBox="1"/>
          <p:nvPr/>
        </p:nvSpPr>
        <p:spPr>
          <a:xfrm>
            <a:off x="3381022" y="1327425"/>
            <a:ext cx="5429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4000" b="1"/>
            </a:pPr>
            <a:r>
              <a:rPr sz="3200" dirty="0"/>
              <a:t>INTERNSHIP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6490" y="2088157"/>
            <a:ext cx="714586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rPr dirty="0"/>
              <a:t>Student Name: </a:t>
            </a:r>
            <a:r>
              <a:rPr lang="en-US" dirty="0"/>
              <a:t> </a:t>
            </a:r>
            <a:r>
              <a:rPr lang="en-US" b="1" dirty="0"/>
              <a:t>Tohidealam Firoj Nadaf</a:t>
            </a:r>
            <a:endParaRPr b="1" dirty="0"/>
          </a:p>
          <a:p>
            <a:pPr>
              <a:defRPr sz="1800"/>
            </a:pPr>
            <a:r>
              <a:rPr dirty="0"/>
              <a:t>Roll No / PRN:</a:t>
            </a:r>
            <a:r>
              <a:rPr lang="en-IN" dirty="0"/>
              <a:t> </a:t>
            </a:r>
            <a:r>
              <a:rPr lang="en-IN" b="1" dirty="0"/>
              <a:t>2023011042021</a:t>
            </a:r>
          </a:p>
          <a:p>
            <a:pPr>
              <a:defRPr sz="1800"/>
            </a:pPr>
            <a:endParaRPr lang="en-IN" dirty="0"/>
          </a:p>
          <a:p>
            <a:pPr>
              <a:defRPr sz="1800"/>
            </a:pPr>
            <a:r>
              <a:rPr dirty="0"/>
              <a:t>Department:</a:t>
            </a:r>
          </a:p>
          <a:p>
            <a:pPr>
              <a:defRPr sz="1800"/>
            </a:pPr>
            <a:r>
              <a:rPr dirty="0"/>
              <a:t>D. Y. </a:t>
            </a:r>
            <a:r>
              <a:rPr dirty="0" err="1"/>
              <a:t>Patil</a:t>
            </a:r>
            <a:r>
              <a:rPr dirty="0"/>
              <a:t> Agriculture &amp; Technical University,</a:t>
            </a:r>
          </a:p>
          <a:p>
            <a:pPr>
              <a:defRPr sz="1800"/>
            </a:pPr>
            <a:r>
              <a:rPr dirty="0" err="1"/>
              <a:t>Talsande</a:t>
            </a:r>
            <a:r>
              <a:rPr dirty="0"/>
              <a:t>, Kolhapur</a:t>
            </a:r>
          </a:p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dirty="0"/>
              <a:t>Academic Year: 2025–26</a:t>
            </a:r>
          </a:p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dirty="0"/>
              <a:t>Internship Organization</a:t>
            </a:r>
            <a:r>
              <a:rPr lang="en-IN" dirty="0"/>
              <a:t>/Company</a:t>
            </a:r>
            <a:r>
              <a:rPr dirty="0"/>
              <a:t>: </a:t>
            </a:r>
            <a:r>
              <a:rPr lang="en-US" b="1" dirty="0" err="1"/>
              <a:t>Compserv</a:t>
            </a:r>
            <a:r>
              <a:rPr lang="en-US" b="1" dirty="0"/>
              <a:t> Consultants Pvt Ltd.</a:t>
            </a:r>
            <a:endParaRPr b="1" dirty="0"/>
          </a:p>
          <a:p>
            <a:pPr>
              <a:defRPr sz="1800"/>
            </a:pPr>
            <a:r>
              <a:rPr dirty="0"/>
              <a:t>Internship Duration: From </a:t>
            </a:r>
            <a:r>
              <a:rPr lang="en-US" b="1" dirty="0"/>
              <a:t>11/08/2025</a:t>
            </a:r>
            <a:r>
              <a:rPr dirty="0"/>
              <a:t> To </a:t>
            </a:r>
            <a:r>
              <a:rPr lang="en-US" b="1" dirty="0"/>
              <a:t>11/07/2026</a:t>
            </a:r>
            <a:endParaRPr b="1" dirty="0"/>
          </a:p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dirty="0"/>
              <a:t>Presented to</a:t>
            </a:r>
          </a:p>
          <a:p>
            <a:pPr>
              <a:defRPr sz="1800"/>
            </a:pPr>
            <a:r>
              <a:rPr dirty="0"/>
              <a:t>Internship Evaluation Committee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600201"/>
            <a:ext cx="9621520" cy="4525963"/>
          </a:xfrm>
        </p:spPr>
        <p:txBody>
          <a:bodyPr>
            <a:normAutofit/>
          </a:bodyPr>
          <a:lstStyle/>
          <a:p>
            <a:r>
              <a:rPr sz="2000" b="1" dirty="0"/>
              <a:t>Company Name</a:t>
            </a:r>
            <a:r>
              <a:rPr lang="en-IN" sz="2000" b="1" dirty="0"/>
              <a:t> </a:t>
            </a:r>
            <a:r>
              <a:rPr lang="en-IN" sz="2000" dirty="0"/>
              <a:t>– </a:t>
            </a:r>
            <a:r>
              <a:rPr lang="en-IN" sz="2000" b="1" dirty="0" err="1"/>
              <a:t>Compserv</a:t>
            </a:r>
            <a:r>
              <a:rPr lang="en-IN" sz="2000" b="1" dirty="0"/>
              <a:t> Consultants Pvt Ltd</a:t>
            </a:r>
          </a:p>
          <a:p>
            <a:pPr marL="0" indent="0">
              <a:buNone/>
            </a:pPr>
            <a:endParaRPr sz="2000" b="1" dirty="0"/>
          </a:p>
          <a:p>
            <a:r>
              <a:rPr sz="2000" b="1" dirty="0"/>
              <a:t>Location</a:t>
            </a:r>
            <a:r>
              <a:rPr lang="en-IN" sz="2000" dirty="0"/>
              <a:t> – </a:t>
            </a:r>
            <a:r>
              <a:rPr lang="en-IN" sz="2000" b="1" dirty="0"/>
              <a:t>Rajendra Nagar, Kolhapur</a:t>
            </a:r>
          </a:p>
          <a:p>
            <a:pPr marL="0" indent="0">
              <a:buNone/>
            </a:pPr>
            <a:endParaRPr sz="2000" dirty="0"/>
          </a:p>
          <a:p>
            <a:r>
              <a:rPr sz="2000" b="1" dirty="0"/>
              <a:t>Industry Domain</a:t>
            </a:r>
            <a:r>
              <a:rPr lang="en-IN" sz="2000" b="1" dirty="0"/>
              <a:t> </a:t>
            </a:r>
            <a:r>
              <a:rPr lang="en-IN" sz="2000" dirty="0"/>
              <a:t>–  Software Development &amp; IT Services</a:t>
            </a:r>
          </a:p>
          <a:p>
            <a:pPr marL="0" indent="0">
              <a:buNone/>
            </a:pPr>
            <a:endParaRPr sz="2000" dirty="0"/>
          </a:p>
          <a:p>
            <a:r>
              <a:rPr lang="en-IN" sz="2000" b="1" dirty="0"/>
              <a:t>Industry Mentor </a:t>
            </a:r>
            <a:r>
              <a:rPr sz="2000" b="1" dirty="0"/>
              <a:t>Name</a:t>
            </a:r>
            <a:r>
              <a:rPr lang="en-IN" sz="2000" b="1" dirty="0"/>
              <a:t> </a:t>
            </a:r>
            <a:r>
              <a:rPr lang="en-IN" sz="2000" dirty="0"/>
              <a:t>– Ajit Sir </a:t>
            </a:r>
          </a:p>
          <a:p>
            <a:r>
              <a:rPr lang="en-US" sz="2000" b="1" dirty="0"/>
              <a:t>Company Overview: </a:t>
            </a:r>
            <a:r>
              <a:rPr lang="en-US" sz="2000" dirty="0" err="1"/>
              <a:t>Compserv</a:t>
            </a:r>
            <a:r>
              <a:rPr lang="en-US" sz="2000" dirty="0"/>
              <a:t> Consultants Pvt. Ltd. is a software service–based company delivering enterprise-level web applications, ERP systems, and MIS solutions using modern frontend and backend technologies.</a:t>
            </a:r>
            <a:endParaRPr sz="2000" dirty="0"/>
          </a:p>
        </p:txBody>
      </p:sp>
      <p:sp>
        <p:nvSpPr>
          <p:cNvPr id="4" name="TextBox 1"/>
          <p:cNvSpPr txBox="1"/>
          <p:nvPr/>
        </p:nvSpPr>
        <p:spPr>
          <a:xfrm>
            <a:off x="3381022" y="503336"/>
            <a:ext cx="5429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4000" b="1"/>
            </a:pPr>
            <a:r>
              <a:rPr lang="en-IN" sz="3200" dirty="0"/>
              <a:t>Company Details</a:t>
            </a:r>
            <a:endParaRPr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/>
          <p:nvPr/>
        </p:nvSpPr>
        <p:spPr>
          <a:xfrm>
            <a:off x="2588542" y="843131"/>
            <a:ext cx="701491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4000" b="1"/>
            </a:pPr>
            <a:r>
              <a:rPr lang="en-US" sz="3200" dirty="0"/>
              <a:t>Nature of Work – (Explain work done)</a:t>
            </a:r>
          </a:p>
          <a:p>
            <a:pPr algn="ctr">
              <a:defRPr sz="4000" b="1"/>
            </a:pPr>
            <a:endParaRPr sz="32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06FEBC4-362B-A0BA-8330-6B61ADF822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22218" y="1943800"/>
            <a:ext cx="7103063" cy="2398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dirty="0">
                <a:latin typeface="Arial" panose="020B0604020202020204" pitchFamily="34" charset="0"/>
              </a:rPr>
              <a:t> Web application development</a:t>
            </a:r>
          </a:p>
          <a:p>
            <a:pPr marL="0" indent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dirty="0">
                <a:latin typeface="Arial" panose="020B0604020202020204" pitchFamily="34" charset="0"/>
              </a:rPr>
              <a:t> Frontend and backend development</a:t>
            </a:r>
          </a:p>
          <a:p>
            <a:pPr marL="0" indent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dirty="0">
                <a:latin typeface="Arial" panose="020B0604020202020204" pitchFamily="34" charset="0"/>
              </a:rPr>
              <a:t> UI issue fixing and optimization</a:t>
            </a:r>
          </a:p>
          <a:p>
            <a:pPr marL="0" indent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dirty="0">
                <a:latin typeface="Arial" panose="020B0604020202020204" pitchFamily="34" charset="0"/>
              </a:rPr>
              <a:t> API integration and response handling</a:t>
            </a:r>
          </a:p>
          <a:p>
            <a:pPr marL="0" indent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dirty="0">
                <a:latin typeface="Arial" panose="020B0604020202020204" pitchFamily="34" charset="0"/>
              </a:rPr>
              <a:t> Database handling using MySQL</a:t>
            </a:r>
          </a:p>
          <a:p>
            <a:pPr marL="0" indent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dirty="0">
                <a:latin typeface="Arial" panose="020B0604020202020204" pitchFamily="34" charset="0"/>
              </a:rPr>
              <a:t> Working on live enterprise projects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2016551"/>
            <a:ext cx="8229600" cy="41096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 b="1" dirty="0"/>
              <a:t>Week 1 – Web Basics Revision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/>
              <a:t>Revised </a:t>
            </a:r>
            <a:r>
              <a:rPr lang="en-US" sz="1500" b="1" dirty="0"/>
              <a:t>HTML</a:t>
            </a:r>
            <a:r>
              <a:rPr lang="en-US" sz="1500" dirty="0"/>
              <a:t> for page structure and semantic elements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/>
              <a:t>Revised </a:t>
            </a:r>
            <a:r>
              <a:rPr lang="en-US" sz="1500" b="1" dirty="0"/>
              <a:t>CSS</a:t>
            </a:r>
            <a:r>
              <a:rPr lang="en-US" sz="1500" dirty="0"/>
              <a:t> for styling, layouts, and responsive design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/>
              <a:t>Practiced UI alignment and clean design standards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0" indent="0">
              <a:buNone/>
            </a:pPr>
            <a:r>
              <a:rPr lang="en-US" sz="1700" b="1" dirty="0"/>
              <a:t>Week 2 – JavaScript Revision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/>
              <a:t>Revised JavaScript fundamentals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b="1" dirty="0"/>
              <a:t>Worked on: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1500" dirty="0"/>
              <a:t>DOM manipulation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1500" dirty="0"/>
              <a:t>Event handling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1500" dirty="0"/>
              <a:t>Basic API response understanding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4" name="TextBox 1"/>
          <p:cNvSpPr txBox="1"/>
          <p:nvPr/>
        </p:nvSpPr>
        <p:spPr>
          <a:xfrm>
            <a:off x="3301999" y="446892"/>
            <a:ext cx="55823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4000" b="1"/>
            </a:pPr>
            <a:r>
              <a:rPr lang="en-US" sz="3200" dirty="0"/>
              <a:t>Work Done</a:t>
            </a:r>
            <a:endParaRPr sz="3200" dirty="0"/>
          </a:p>
        </p:txBody>
      </p:sp>
    </p:spTree>
    <p:extLst>
      <p:ext uri="{BB962C8B-B14F-4D97-AF65-F5344CB8AC3E}">
        <p14:creationId xmlns:p14="http://schemas.microsoft.com/office/powerpoint/2010/main" val="32820274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DCC4-F011-2143-AFC6-69400EB61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Work Done</a:t>
            </a:r>
            <a:endParaRPr lang="en-IN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928DC-7FA1-E98B-7AF4-1BDD92748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6720" y="1600201"/>
            <a:ext cx="988568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 b="1" dirty="0"/>
              <a:t>Week 3 – Angular Framework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/>
              <a:t>Revised </a:t>
            </a:r>
            <a:r>
              <a:rPr lang="en-US" sz="1500" b="1" dirty="0"/>
              <a:t>Angular fundamentals</a:t>
            </a:r>
            <a:endParaRPr lang="en-US" sz="15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/>
              <a:t>Learned: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/>
              <a:t>Components and modules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/>
              <a:t>Data binding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/>
              <a:t>Services and routing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/>
              <a:t>Practiced frontend–backend API integration</a:t>
            </a:r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Week 4 – Bootstrap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/>
              <a:t>Revised </a:t>
            </a:r>
            <a:r>
              <a:rPr lang="en-US" sz="1500" b="1" dirty="0"/>
              <a:t>Bootstrap framework</a:t>
            </a:r>
            <a:endParaRPr lang="en-US" sz="15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/>
              <a:t>Implemented: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/>
              <a:t>Grid system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/>
              <a:t>Forms and tables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/>
              <a:t>Responsive UI components</a:t>
            </a:r>
          </a:p>
          <a:p>
            <a:pPr marL="0" indent="0">
              <a:buNone/>
            </a:pP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2671448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99770-07D1-4C6D-6302-A03093EBF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Work Done</a:t>
            </a:r>
            <a:endParaRPr lang="en-IN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8EB80-5358-5AEB-043C-00D1DFE7D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3840" y="1600201"/>
            <a:ext cx="100685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 b="1" dirty="0"/>
              <a:t>Week 5 – Backend Development (</a:t>
            </a:r>
            <a:r>
              <a:rPr lang="en-US" sz="1700" b="1" dirty="0" err="1"/>
              <a:t>NestJS</a:t>
            </a:r>
            <a:r>
              <a:rPr lang="en-US" sz="1700" b="1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/>
              <a:t>Learned </a:t>
            </a:r>
            <a:r>
              <a:rPr lang="en-US" sz="1500" b="1" dirty="0" err="1"/>
              <a:t>NestJS</a:t>
            </a:r>
            <a:r>
              <a:rPr lang="en-US" sz="1500" b="1" dirty="0"/>
              <a:t> backend framework</a:t>
            </a:r>
            <a:endParaRPr lang="en-US" sz="15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/>
              <a:t>Worked 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/>
              <a:t>Controllers, services, and modules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/>
              <a:t>REST API development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/>
              <a:t>Request–response lifecycle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1500" dirty="0"/>
          </a:p>
          <a:p>
            <a:pPr marL="0" indent="0">
              <a:buNone/>
            </a:pPr>
            <a:r>
              <a:rPr lang="en-US" sz="1700" b="1" dirty="0"/>
              <a:t>Week 6 – Live Project: Lada Motor Pump Application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/>
              <a:t>Assigned to live production project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/>
              <a:t>Developed: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b="1" dirty="0"/>
              <a:t>Profile Page</a:t>
            </a:r>
            <a:endParaRPr lang="en-US" sz="15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b="1" dirty="0"/>
              <a:t>Dashboard Page</a:t>
            </a:r>
            <a:endParaRPr lang="en-US" sz="15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/>
              <a:t>Integrated frontend with backend APIs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0431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99770-07D1-4C6D-6302-A03093EBF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Work Done</a:t>
            </a:r>
            <a:endParaRPr lang="en-IN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8EB80-5358-5AEB-043C-00D1DFE7D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5600" y="1600201"/>
            <a:ext cx="9956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 b="1" dirty="0"/>
              <a:t>Week 7 – Live Project: </a:t>
            </a:r>
            <a:r>
              <a:rPr lang="en-US" sz="1700" b="1" dirty="0" err="1"/>
              <a:t>MacEasy</a:t>
            </a:r>
            <a:endParaRPr lang="en-US" sz="17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/>
              <a:t>Fixed UI-related issues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/>
              <a:t>Resolved backend endpoint response problems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/>
              <a:t>Improved application stability and performance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500" dirty="0"/>
          </a:p>
          <a:p>
            <a:pPr marL="0" indent="0">
              <a:buNone/>
            </a:pPr>
            <a:r>
              <a:rPr lang="en-IN" sz="1700" b="1" dirty="0"/>
              <a:t>Week 8 – ERP Project: Baramati Nandan </a:t>
            </a:r>
            <a:r>
              <a:rPr lang="en-IN" sz="1700" b="1" dirty="0" err="1"/>
              <a:t>Dudh</a:t>
            </a:r>
            <a:r>
              <a:rPr lang="en-IN" sz="1700" b="1" dirty="0"/>
              <a:t> Dairy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500" dirty="0"/>
              <a:t>Worked on large-scale </a:t>
            </a:r>
            <a:r>
              <a:rPr lang="en-IN" sz="1500" b="1" dirty="0"/>
              <a:t>ERP application</a:t>
            </a:r>
            <a:endParaRPr lang="en-IN" sz="15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500" dirty="0"/>
              <a:t>Responsibilities included: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500" dirty="0"/>
              <a:t>Angular frontend issue fixing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500" dirty="0" err="1"/>
              <a:t>NestJS</a:t>
            </a:r>
            <a:r>
              <a:rPr lang="en-IN" sz="1500" dirty="0"/>
              <a:t> backend debugging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500" dirty="0"/>
              <a:t>MySQL queries and stored procedures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500" dirty="0"/>
              <a:t>Took ownership of project after core member resigned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2162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99770-07D1-4C6D-6302-A03093EBF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1"/>
            <a:r>
              <a:rPr lang="en-US" sz="3600" b="1" dirty="0"/>
              <a:t>Work Done</a:t>
            </a:r>
            <a:endParaRPr lang="en-IN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8EB80-5358-5AEB-043C-00D1DFE7D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2400" y="1600201"/>
            <a:ext cx="101600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 b="1" dirty="0"/>
              <a:t>Week 9 – Scratch Project: CWAYs MIS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/>
              <a:t>Worked on </a:t>
            </a:r>
            <a:r>
              <a:rPr lang="en-US" sz="1500" b="1" dirty="0"/>
              <a:t>CWAYs MIS</a:t>
            </a:r>
            <a:r>
              <a:rPr lang="en-US" sz="1500" dirty="0"/>
              <a:t> project from scratch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/>
              <a:t>Designed and developed: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/>
              <a:t>Developer &amp; Tester portal (issue tracking)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/>
              <a:t>Support portal (HR, technical support, employee records)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/>
              <a:t>Customer portal (ticket and requirement raising)</a:t>
            </a:r>
          </a:p>
          <a:p>
            <a:pPr marL="0" indent="0">
              <a:buNone/>
            </a:pP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2831785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0480" y="1600201"/>
            <a:ext cx="10281920" cy="4525963"/>
          </a:xfrm>
        </p:spPr>
        <p:txBody>
          <a:bodyPr>
            <a:normAutofit/>
          </a:bodyPr>
          <a:lstStyle/>
          <a:p>
            <a:r>
              <a:rPr sz="2400" dirty="0"/>
              <a:t>Programming Languages</a:t>
            </a:r>
            <a:r>
              <a:rPr lang="en-IN" sz="2400" dirty="0"/>
              <a:t> -  </a:t>
            </a:r>
          </a:p>
          <a:p>
            <a:endParaRPr lang="en-IN" sz="2400" dirty="0"/>
          </a:p>
          <a:p>
            <a:endParaRPr lang="en-US" sz="2400" dirty="0"/>
          </a:p>
          <a:p>
            <a:endParaRPr sz="2400" dirty="0"/>
          </a:p>
          <a:p>
            <a:r>
              <a:rPr sz="2400" dirty="0"/>
              <a:t>Tools</a:t>
            </a:r>
            <a:r>
              <a:rPr lang="en-IN" sz="2400" dirty="0"/>
              <a:t> – </a:t>
            </a:r>
          </a:p>
          <a:p>
            <a:endParaRPr lang="en-IN" sz="2400" dirty="0"/>
          </a:p>
          <a:p>
            <a:endParaRPr lang="en-IN" sz="2400" dirty="0"/>
          </a:p>
          <a:p>
            <a:endParaRPr sz="2400" dirty="0"/>
          </a:p>
          <a:p>
            <a:r>
              <a:rPr sz="2400" dirty="0"/>
              <a:t>Frameworks</a:t>
            </a:r>
            <a:r>
              <a:rPr lang="en-IN" sz="2400" dirty="0"/>
              <a:t> - </a:t>
            </a:r>
            <a:endParaRPr sz="2400" dirty="0"/>
          </a:p>
        </p:txBody>
      </p:sp>
      <p:sp>
        <p:nvSpPr>
          <p:cNvPr id="5" name="TextBox 1"/>
          <p:cNvSpPr txBox="1">
            <a:spLocks noGrp="1"/>
          </p:cNvSpPr>
          <p:nvPr>
            <p:ph type="title"/>
          </p:nvPr>
        </p:nvSpPr>
        <p:spPr>
          <a:xfrm>
            <a:off x="1981200" y="553751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4000" b="1"/>
            </a:pPr>
            <a:r>
              <a:rPr lang="en-IN" sz="3200" dirty="0"/>
              <a:t>Technologies Used</a:t>
            </a:r>
            <a:endParaRPr sz="32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B119FBD-A9DD-5E08-B380-C7333F9222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0881" y="1645197"/>
            <a:ext cx="135492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HTML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CSS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JavaScript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TypeScript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AF63371-F90B-EBFF-AB03-6C9000FF04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0600" y="3401516"/>
            <a:ext cx="191008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Angular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Bootstrap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 err="1">
                <a:latin typeface="Arial" panose="020B0604020202020204" pitchFamily="34" charset="0"/>
              </a:rPr>
              <a:t>NestJS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2024EBA-8F24-11CE-0D15-76DD401B0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8320" y="5191443"/>
            <a:ext cx="2204720" cy="924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MySQL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Stored Procedures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REST APIs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0000" y="1600201"/>
            <a:ext cx="10312400" cy="4525963"/>
          </a:xfrm>
        </p:spPr>
        <p:txBody>
          <a:bodyPr>
            <a:normAutofit/>
          </a:bodyPr>
          <a:lstStyle/>
          <a:p>
            <a:r>
              <a:rPr sz="2400" dirty="0"/>
              <a:t>Technical Skills</a:t>
            </a:r>
            <a:r>
              <a:rPr lang="en-IN" sz="2400" dirty="0"/>
              <a:t> acquired –</a:t>
            </a:r>
          </a:p>
          <a:p>
            <a:pPr lvl="1"/>
            <a:r>
              <a:rPr lang="en-US" sz="1600" dirty="0"/>
              <a:t>Angular Advanced Concepts</a:t>
            </a:r>
          </a:p>
          <a:p>
            <a:pPr lvl="1"/>
            <a:r>
              <a:rPr lang="en-US" sz="1600" dirty="0" err="1"/>
              <a:t>NestJS</a:t>
            </a:r>
            <a:r>
              <a:rPr lang="en-US" sz="1600" dirty="0"/>
              <a:t> Backend</a:t>
            </a:r>
          </a:p>
          <a:p>
            <a:pPr lvl="1"/>
            <a:r>
              <a:rPr lang="en-US" sz="1600" dirty="0"/>
              <a:t>MySQL Stored Procedures</a:t>
            </a:r>
          </a:p>
          <a:p>
            <a:pPr lvl="1"/>
            <a:r>
              <a:rPr lang="en-US" sz="1600" dirty="0"/>
              <a:t>ERP Systems</a:t>
            </a:r>
            <a:endParaRPr sz="1800" dirty="0"/>
          </a:p>
          <a:p>
            <a:r>
              <a:rPr sz="2400" dirty="0"/>
              <a:t>Soft Skills</a:t>
            </a:r>
            <a:r>
              <a:rPr lang="en-IN" sz="2400" dirty="0"/>
              <a:t> –</a:t>
            </a:r>
          </a:p>
          <a:p>
            <a:pPr lvl="1"/>
            <a:r>
              <a:rPr lang="en-US" sz="1600" dirty="0"/>
              <a:t>Problem Solving</a:t>
            </a:r>
          </a:p>
          <a:p>
            <a:pPr lvl="1"/>
            <a:r>
              <a:rPr lang="en-US" sz="1600" dirty="0"/>
              <a:t>Team Collaboration</a:t>
            </a:r>
          </a:p>
          <a:p>
            <a:pPr lvl="1"/>
            <a:r>
              <a:rPr lang="en-US" sz="1600" dirty="0"/>
              <a:t>Professional Communication</a:t>
            </a:r>
            <a:endParaRPr sz="1800" dirty="0"/>
          </a:p>
          <a:p>
            <a:r>
              <a:rPr sz="2400" dirty="0"/>
              <a:t>Challenges Faced</a:t>
            </a:r>
            <a:r>
              <a:rPr lang="en-IN" sz="2400" dirty="0"/>
              <a:t> –</a:t>
            </a:r>
          </a:p>
          <a:p>
            <a:pPr lvl="1"/>
            <a:r>
              <a:rPr lang="en-US" sz="1600" dirty="0"/>
              <a:t>Understanding ERP Architecture</a:t>
            </a:r>
          </a:p>
          <a:p>
            <a:pPr lvl="1"/>
            <a:r>
              <a:rPr lang="en-US" sz="1600" dirty="0"/>
              <a:t>Complex Debugging</a:t>
            </a:r>
          </a:p>
          <a:p>
            <a:endParaRPr sz="2400" dirty="0"/>
          </a:p>
        </p:txBody>
      </p:sp>
      <p:sp>
        <p:nvSpPr>
          <p:cNvPr id="5" name="TextBox 1"/>
          <p:cNvSpPr txBox="1">
            <a:spLocks noGrp="1"/>
          </p:cNvSpPr>
          <p:nvPr>
            <p:ph type="title"/>
          </p:nvPr>
        </p:nvSpPr>
        <p:spPr>
          <a:xfrm>
            <a:off x="1981200" y="553751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4000" b="1"/>
            </a:pPr>
            <a:r>
              <a:rPr lang="en-IN" sz="3200" dirty="0"/>
              <a:t>Learning Outcomes	</a:t>
            </a:r>
            <a:endParaRPr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1920" y="1600201"/>
            <a:ext cx="10190480" cy="4525963"/>
          </a:xfrm>
        </p:spPr>
        <p:txBody>
          <a:bodyPr>
            <a:normAutofit/>
          </a:bodyPr>
          <a:lstStyle/>
          <a:p>
            <a:r>
              <a:rPr sz="2400" dirty="0"/>
              <a:t>Pending Tasks</a:t>
            </a:r>
            <a:r>
              <a:rPr lang="en-IN" sz="2400" dirty="0"/>
              <a:t> – </a:t>
            </a:r>
          </a:p>
          <a:p>
            <a:pPr lvl="1"/>
            <a:r>
              <a:rPr lang="en-US" sz="1800" dirty="0"/>
              <a:t>Complete CWAYs MIS Project</a:t>
            </a:r>
          </a:p>
          <a:p>
            <a:pPr lvl="1"/>
            <a:r>
              <a:rPr lang="en-US" sz="1800" dirty="0"/>
              <a:t>Advance in Angular &amp; </a:t>
            </a:r>
            <a:r>
              <a:rPr lang="en-US" sz="1800" dirty="0" err="1"/>
              <a:t>NestJS</a:t>
            </a:r>
            <a:endParaRPr lang="en-US" sz="1800" dirty="0"/>
          </a:p>
          <a:p>
            <a:endParaRPr sz="2400" dirty="0"/>
          </a:p>
          <a:p>
            <a:r>
              <a:rPr sz="2400" dirty="0"/>
              <a:t>Expected Outcomes</a:t>
            </a:r>
            <a:r>
              <a:rPr lang="en-IN" sz="2400" dirty="0"/>
              <a:t> – </a:t>
            </a:r>
          </a:p>
          <a:p>
            <a:pPr lvl="1"/>
            <a:r>
              <a:rPr lang="en-US" sz="1800" dirty="0"/>
              <a:t>Prepare for Software Engineer Role</a:t>
            </a:r>
          </a:p>
          <a:p>
            <a:endParaRPr sz="2400" dirty="0"/>
          </a:p>
        </p:txBody>
      </p:sp>
      <p:sp>
        <p:nvSpPr>
          <p:cNvPr id="4" name="TextBox 1"/>
          <p:cNvSpPr txBox="1">
            <a:spLocks noGrp="1"/>
          </p:cNvSpPr>
          <p:nvPr>
            <p:ph type="title"/>
          </p:nvPr>
        </p:nvSpPr>
        <p:spPr>
          <a:xfrm>
            <a:off x="1981200" y="553751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4000" b="1"/>
            </a:pPr>
            <a:r>
              <a:rPr lang="en-IN" sz="3200" dirty="0"/>
              <a:t>Future Plan	</a:t>
            </a:r>
            <a:endParaRPr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270</TotalTime>
  <Words>496</Words>
  <Application>Microsoft Office PowerPoint</Application>
  <PresentationFormat>Widescreen</PresentationFormat>
  <Paragraphs>132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Work Done</vt:lpstr>
      <vt:lpstr>Work Done</vt:lpstr>
      <vt:lpstr>Work Done</vt:lpstr>
      <vt:lpstr>Work Done</vt:lpstr>
      <vt:lpstr>Technologies Used</vt:lpstr>
      <vt:lpstr>Learning Outcomes </vt:lpstr>
      <vt:lpstr>Future Plan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dyp</dc:creator>
  <cp:keywords/>
  <dc:description>generated using python-pptx</dc:description>
  <cp:lastModifiedBy>Tohidealam Firoj Nadaf</cp:lastModifiedBy>
  <cp:revision>27</cp:revision>
  <dcterms:created xsi:type="dcterms:W3CDTF">2013-01-27T09:14:16Z</dcterms:created>
  <dcterms:modified xsi:type="dcterms:W3CDTF">2025-12-23T04:27:50Z</dcterms:modified>
  <cp:category/>
</cp:coreProperties>
</file>