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Name: Tohidealam Nadaf</a:t>
            </a:r>
          </a:p>
          <a:p>
            <a:r>
              <a:t>Department: CSE (AIML)</a:t>
            </a:r>
          </a:p>
          <a:p>
            <a:r>
              <a:t>University: D. Y. Patil Agriculture &amp; Technical University</a:t>
            </a:r>
          </a:p>
          <a:p>
            <a:r>
              <a:t>Academic Year: 2025-26</a:t>
            </a:r>
          </a:p>
          <a:p>
            <a:r>
              <a:t>Company: Compserv Consultants Pvt. Ltd.</a:t>
            </a:r>
          </a:p>
          <a:p>
            <a:r>
              <a:t>Internship Start Date: 11 August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Company: Compserv Consultants Pvt. Ltd.</a:t>
            </a:r>
          </a:p>
          <a:p>
            <a:r>
              <a:t>Industry: Software Development &amp; IT Services</a:t>
            </a:r>
          </a:p>
          <a:p>
            <a:r>
              <a:t>Mentor: Ajit Sir</a:t>
            </a:r>
          </a:p>
          <a:p>
            <a:r>
              <a:t>Provides enterprise web applications and ERP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&amp; Backend Development</a:t>
            </a:r>
          </a:p>
          <a:p>
            <a:r>
              <a:t>UI Bug Fixing</a:t>
            </a:r>
          </a:p>
          <a:p>
            <a:r>
              <a:t>API Integration</a:t>
            </a:r>
          </a:p>
          <a:p>
            <a:r>
              <a:t>Database Handling</a:t>
            </a:r>
          </a:p>
          <a:p>
            <a:r>
              <a:t>Live Project Exposure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JavaScript, TypeScript</a:t>
            </a:r>
          </a:p>
          <a:p>
            <a:r>
              <a:t>Angular, Bootstrap, NestJS</a:t>
            </a:r>
          </a:p>
          <a:p>
            <a:r>
              <a:t>MySQL, REST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Progress - Week 1 &amp;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HTML &amp; CSS Revision</a:t>
            </a:r>
          </a:p>
          <a:p>
            <a:r>
              <a:t>Week 2: JavaScript Revision and DOM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Progress - Week 3 &amp;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3: Angular Revision</a:t>
            </a:r>
          </a:p>
          <a:p>
            <a:r>
              <a:t>Week 4: Bootstrap Responsive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Progress - Week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NestJS</a:t>
            </a:r>
          </a:p>
          <a:p>
            <a:r>
              <a:t>Backend Architecture &amp; API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Project - Lada Motor 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Profile Page</a:t>
            </a:r>
          </a:p>
          <a:p>
            <a:r>
              <a:t>Created Dashboard Page</a:t>
            </a:r>
          </a:p>
          <a:p>
            <a:r>
              <a:t>UI Development &amp; API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Project - MacEasy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Solved UI Issues</a:t>
            </a:r>
          </a:p>
          <a:p>
            <a:r>
              <a:t>Fixed API Endpoint Response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ERP Project - Baramati Nandan Dudh Dairy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Worked on Angular &amp; NestJS</a:t>
            </a:r>
          </a:p>
          <a:p>
            <a:r>
              <a:t>Handled MySQL Stored Procedures</a:t>
            </a:r>
          </a:p>
          <a:p>
            <a:r>
              <a:t>Managing frontend, backend &amp; DB issues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Scratch Project - CWAYs MIS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&amp; Tester Portal</a:t>
            </a:r>
          </a:p>
          <a:p>
            <a:r>
              <a:t>Support Portal</a:t>
            </a:r>
          </a:p>
          <a:p>
            <a:r>
              <a:t>Customer Portal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 Acquired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Angular Advanced Concepts</a:t>
            </a:r>
          </a:p>
          <a:p>
            <a:r>
              <a:t>NestJS Backend</a:t>
            </a:r>
          </a:p>
          <a:p>
            <a:r>
              <a:t>MySQL Stored Procedures</a:t>
            </a:r>
          </a:p>
          <a:p>
            <a:r>
              <a:t>ERP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 Skills Acquired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Solving</a:t>
            </a:r>
          </a:p>
          <a:p>
            <a:r>
              <a:t>Team Collaboration</a:t>
            </a:r>
          </a:p>
          <a:p>
            <a:r>
              <a:t>Responsibility Handling</a:t>
            </a:r>
          </a:p>
          <a:p>
            <a:r>
              <a:t>Professional Communication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ERP Architecture</a:t>
            </a:r>
          </a:p>
          <a:p>
            <a:r>
              <a:t>Handling Full Project Responsibility</a:t>
            </a:r>
          </a:p>
          <a:p>
            <a:r>
              <a:t>Complex Debugging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Industry Experience</a:t>
            </a:r>
          </a:p>
          <a:p>
            <a:r>
              <a:t>End-to-End Project Understanding</a:t>
            </a:r>
          </a:p>
          <a:p>
            <a:r>
              <a:t>Improved Coding Confidence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CWAYs MIS Project</a:t>
            </a:r>
          </a:p>
          <a:p>
            <a:r>
              <a:t>Advance in Angular &amp; NestJS</a:t>
            </a:r>
          </a:p>
          <a:p>
            <a:r>
              <a:t>Prepare for Software Engineer 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